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PPTD external export</dc:title>
  <dc:subject>Generated by open-kimi-ppt local compatibility host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